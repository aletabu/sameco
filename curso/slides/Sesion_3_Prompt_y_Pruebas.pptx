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Respaldo: Guía de Capacitación §2 (diseño del prompt) — EL documento de esta sesión. Objetivo: que sepan evaluar respuestas e iterar el comportamiento.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con/sin instrucciones ensayado en el lab (paso 7): la MISMA pregunta con dos comportamientos distintos. Ese contraste explica más que cualquier teoría.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 del contraste con/sin preamble. Técnico (no contar): el prompt del sistema se llama preamble y el ajuste fino es por API; desde consola el control es limitado.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tres reglas son el esqueleto de cualquier prompt de RAG bien hecho. Si falta una, el agujero aparece en las pruebas: sin regla de búsqueda → responde de memoria; sin formato de cita → citas a veces sí a veces no; sin fallback definido → inventa cuando no encuentra.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Leerlo en voz alta y mapear cada línea con las 3 reglas de la lámina anterior (la 4 es tono). Técnico (no contar): esto va en el preamble (promptSpec.preamble de la Answer API); desde la consola el control es limitado. Confirmar con SAMECO el mail real de derivación antes de fijarlo.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Taxonomía estándar de evaluación de asistentes RAG. El set 03 ya cubre las tres primeras (las 'canarias' 5/10/16/20 son las de fuera de la biblioteca); las ambiguas conviene agregarlas como bloque nuevo al armar el set de SAMECO. La pregunta 8 ('¿y el segundo día?') es un caso de ambigua que se resuelve por contexto conversacional.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Plantilla: 03_Set_Preguntas_Prueba.md (bloques A/B/C). Las canarias detectan alucinación: si el asistente inventa ahí, el grounding está mal y es lo primero a arreglar.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4 criterios estándar de calidad RAG: grounding, citation, relevance, completeness. Conectar con la lámina siguiente: la escala de anotación es la versión operativa de 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Planilla: fecha, versión de instrucciones, resultado por pregunta. Sirve para comparar versiones de forma pareja — y es el registro que Alejandro usa entre sesiones.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el ciclo completo UNA vez en vivo para que lo vean de punta a punta.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 sesiones: afinar prompt y fuentes, dejar calidad estable, preparar el canal de publicación (allowlist del dominio del sitio de SAMECO).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42371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Arial"/>
              </a:rPr>
              <a:t>ASISTENTE Q&amp;A SAMECO — SESIÓN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Enseñarle a responder bien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1D5DB"/>
                </a:solidFill>
                <a:latin typeface="Arial"/>
              </a:rPr>
              <a:t>Sesión 3 — El asistente en marcha  ·  Instrucciones, pruebas e iteración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5669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Agenda de hoy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783080"/>
          <a:ext cx="10469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09828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Bloque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0–10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El asistente ya responde con su material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10–30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Anatomía del comportamiento: las 4 decisiones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30–70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Taller: su set de preguntas de prueba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70–85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Iterar: un cambio por vez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85–90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Tareas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DEMO ·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El asistente ya responde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Preview con el material real de SAMECO cargado en la Sesión 2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Hoy no construimos: hoy evaluamos y afinamos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 pregunta de la sesión: ¿cómo sabemos si responde BIEN?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CONCEPTO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Las 4 decisiones que definen el comportamiento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ROL — quién es: "el asistente oficial de SAMECO"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TONO — cómo habla: breve, cordial, en español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REGLAS — qué puede y qué no: solo responder con los documentos; si no está, decirlo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CONTEXTO — qué recuerda: la conversación en curso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Todo eso se escribe en las instrucciones del bibliotecario (el prompt)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Misma pregunta, dos bibliotecarios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Sin instrucciones: respuesta larga, genérica, a veces inventa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Con instrucciones: breve, cita la fuente, y si no sabe lo dice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 diferencia no es el motor: son las reglas de trabajo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CONCEPTO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Las 3 reglas de unas buenas instrucciones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CUÁNDO BUSCAR — siempre en la biblioteca, nunca "de memoria"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La regla se escribe en positivo y en imperativo: "buscá SIEMPRE antes de responder"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CÓMO CITAR — cada dato con su fuente, en un formato fijo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Si la cita es opcional, desaparece; si el formato es libre, es inconsistente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QUÉ HACER SI NO ESTÁ — el fallback se define por adelantado, con derivación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No alcanza con "no lo sé": se indica a dónde acudir (mail de la organización)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EJEMPLO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Ejemplo: las instrucciones del asistente SAMECO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10469880" cy="4206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tIns="320040" wrap="square"/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Sos el asistente oficial del Encuentro SAMECO 2026.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REGLAS: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1.  Buscá SIEMPRE en los documentos antes de responder. Nunca respondas con conocimiento propio ni de memoria.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2.  Cada dato de la respuesta debe indicar de qué documento salió.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3.  Si la información no está en los documentos, respondé: "No cuento con esa información" y sugerí escribir a la organización.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4.  Respondé en español, breve y cordial.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Los 4 tipos de pregunta que el set tiene que cubrir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783080"/>
          <a:ext cx="104698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3611880"/>
              </a:tblGrid>
              <a:tr h="5577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Ejemplo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Qué esperamos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Factual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"¿Cuánto sale la inscripción?"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Respuesta puntual con su cita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De síntesis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"¿Qué factor de éxito se repite en los trabajos?"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Combina varios documentos, cita varios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Fuera de la biblioteca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"¿Va a estar Carlos Pagni?"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Fallback honesto + derivación — nunca inventar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Ambigua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"¿Y los beneficios?" / "contame más"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Repregunta, o responde lo más relevante sin divagar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TALLER · 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Taller: su set de preguntas de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Armamos 15–20 preguntas fijas, en tres bloques: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A — Evento: fechas, precios, horarios, logística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B — Histórico: trabajos, autores, resultados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C — Mixtas: preguntas que cruzan o confunden los dos dominios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Cuidamos que estén los 4 tipos: factuales, de síntesis, canarias y ambiguas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Las corremos en vivo y anotamos el resultado de cada una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¿Qué hace buena a una respuesta?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FUNDAMENTADA — la información sale de los documentos, no de la "memoria" del modelo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CITADA — cada afirmación concreta tiene su fuente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RELEVANTE — responde LO que se preguntó, sin relleno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COMPLETA — trae toda la información necesaria, no un fragmento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Una respuesta puede estar bien citada y aun así ser incompleta — por eso se evalúan las cuatro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Cómo anotar cada respuesta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CORRECTA — respondió bien y citó la fuente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INCOMPLETA — le faltó parte de la respuesta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INVENTADA — dijo algo que no está en los documentos (¡la peor!)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FALLBACK CORRECTO — no estaba, y lo dijo honestamente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 planilla con estas notas es la memoria de calidad del asistente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Iterar: un cambio por vez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Elegimos la peor falla de la corrida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Cambiamos UNA sola cosa: una instrucción, o un documento fuente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Volvemos a correr el set completo y comparamos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Regla de oro: si cambiás dos cosas y mejora, no sabés cuál fue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Tareas para la próxima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Equipo: correr el set completo durante la semana y anotar las fallas en la planilla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Alejandro: ajustar instrucciones y fuentes según la planilla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Próxima sesión: ¡publicamos! El asistente sale a la página del evento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