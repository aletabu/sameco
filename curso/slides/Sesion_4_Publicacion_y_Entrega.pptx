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Respaldo: propuesta §6 (entregables) + Capacitación Embeddings (demo opcional). Objetivo: asistente publicado y equipo autónomo.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el sitio real no está disponible, usar una página de prueba del dominio real (el dominio debe estar allowlisteado). Nota: el estilo del widget no se personaliza por CSS — decirlo antes de que lo pregunten.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Recorrer el documento de operación entregado. Dejar claro el criterio de escalamiento: contenido lo resuelven ellos; comportamiento (instrucciones) se anota y se consulta.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Idea fuerza: un fallback frecuente no es una falla del asistente, es el asistente diciéndoles qué documento falta en la biblioteca. Cierra el ciclo: preguntas reales → planilla → contenido o instrucción → set de prueba. Técnico A VERIFICAR antes de la sesión: qué métricas expone hoy la consola de AI Applications para la app (volumen, top queries) y desde dónde se ven los fallbacks; si la consola queda corta, la rutina se hace muestreando conversaciones o con la planilla de casos reportados.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Cifras validadas ago-2026 (04_Actualizacion §2). Estimación realista para su tráfico: $0-40/mes. Mostrar Billing en vivo y dónde está la alerta.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Solo si el grupo tiene curiosidad. Mini-demo RAG de la Guía Técnica B.5 (chunking → embeddings → retrieval) como espectáculo, no como clase.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Checklist de entrega = Guía de Capacitación §4: conceptos ✓ prompt ✓ set de pruebas ✓ costos ✓. Acordar canal y tiempos de soporte post-entrega. El caché de respuestas NO se promete: es optimización post-evento si el tráfico lo justifica.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sameco-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85800"/>
            <a:ext cx="242371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ASISTENTE Q&amp;A SAMECO — SESIÓN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El asistente sale al mundo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006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1D5DB"/>
                </a:solidFill>
                <a:latin typeface="Arial"/>
              </a:rPr>
              <a:t>Sesión 4 — Publicación, entrega y "cómo funciona por dentro"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sameco-tr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502920"/>
            <a:ext cx="1454226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566928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Arial"/>
              </a:rPr>
              <a:t>Agenda de hoy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68680" y="1783080"/>
          <a:ext cx="104698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098280"/>
              </a:tblGrid>
              <a:tr h="548640">
                <a:tc>
                  <a:txBody>
                    <a:bodyPr/>
                    <a:lstStyle/>
                    <a:p/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Bloque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0–20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Publicación en vivo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20–45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El manual de operación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45–60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Costos y monitoreo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60–80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Opcional: cómo funciona por dentro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80–90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Cierre y entrega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sameco-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502920"/>
            <a:ext cx="1454226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  <a:latin typeface="Arial"/>
              </a:rPr>
              <a:t>EN VIVO · 20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1323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Arial"/>
              </a:rPr>
              <a:t>Publicación en vivo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Pegamos el código del widget (la ventanilla) en la página del evento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Es un bloque de texto que el webmaster inserta una sola vez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La primera consulta pública la hace el equipo — momento ceremonial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sameco-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502920"/>
            <a:ext cx="1454226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  <a:latin typeface="Arial"/>
              </a:rPr>
              <a:t>ENTREGABLE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1323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Arial"/>
              </a:rPr>
              <a:t>El manual de operación: su asistente, sus reglas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Sumar un documento: el circuito de la Sesión 2 (Drive → estante → indexar → verificar)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Si una respuesta está mal, preguntarse en orden: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6B7280"/>
                </a:solidFill>
                <a:latin typeface="Arial"/>
              </a:rPr>
              <a:t>–  ¿Falta el documento? → subirlo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6B7280"/>
                </a:solidFill>
                <a:latin typeface="Arial"/>
              </a:rPr>
              <a:t>–  ¿Está mal escaneado? → revisarlo o transcribirlo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6B7280"/>
                </a:solidFill>
                <a:latin typeface="Arial"/>
              </a:rPr>
              <a:t>–  ¿Hay que ajustar una instrucción? → anotar el caso y avisar a Alejandro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Cambios de agenda del evento: actualizar el documento, volver a publicar, verificar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sameco-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502920"/>
            <a:ext cx="1454226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  <a:latin typeface="Arial"/>
              </a:rPr>
              <a:t>OPERACIÓN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1323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Arial"/>
              </a:rPr>
              <a:t>Después del estreno: escuchar las preguntas reales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La gente pregunta distinto de lo que ensayamos — las preguntas reales son la mejor fuente de mejora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La rutina semanal del equipo: mirar cuatro señales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6B7280"/>
                </a:solidFill>
                <a:latin typeface="Arial"/>
              </a:rPr>
              <a:t>–  ¿Las respuestas siguen citando su fuente?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6B7280"/>
                </a:solidFill>
                <a:latin typeface="Arial"/>
              </a:rPr>
              <a:t>–  ¿Cuántas veces dijo "no cuento con esa información"? Un fallback repetido = falta un documento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6B7280"/>
                </a:solidFill>
                <a:latin typeface="Arial"/>
              </a:rPr>
              <a:t>–  ¿Qué temas pregunta más la gente? ¿Coinciden con lo que priorizamos?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6B7280"/>
                </a:solidFill>
                <a:latin typeface="Arial"/>
              </a:rPr>
              <a:t>–  De las respuestas flojas: ¿el documento citado realmente contenía la respuesta?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Las mejores preguntas reales se suman al set de prueba — el set crece con el uso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sameco-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502920"/>
            <a:ext cx="1454226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  <a:latin typeface="Arial"/>
              </a:rPr>
              <a:t>OPERACIÓN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1323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Arial"/>
              </a:rPr>
              <a:t>Costos: qué esperar cada 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Las primeras 10.000 consultas del mes: gratis (permanente)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Matiz: las "respuestas avanzadas" se facturan aparte (~$4 por cada 1.000)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El índice de documentos: gratis hasta 10 GiB — su biblioteca entra holgada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Ya quedó configurada una alerta de presupuesto: si algo se dispara, avisa solo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Dónde mirarlo: sección Facturación (Billing) de la consola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sameco-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502920"/>
            <a:ext cx="1454226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  <a:latin typeface="Arial"/>
              </a:rPr>
              <a:t>DEMO OPCIONAL · 15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1323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Arial"/>
              </a:rPr>
              <a:t>Opcional: ¿cómo funciona por dentro?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El documento se corta en fragmentos (fichas)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Cada fragmento se convierte en un "código de significado" (embedding)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Una pregunta busca los fragmentos más parecidos en significado, no en palabras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Con esos fragmentos, el modelo redacta la respuesta y cita la fuente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Todo esto la plataforma lo hace sola — por eso no programamos nada en 4 sesiones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sameco-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502920"/>
            <a:ext cx="1454226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  <a:latin typeface="Arial"/>
              </a:rPr>
              <a:t>ENTREGA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1323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Arial"/>
              </a:rPr>
              <a:t>Cierre: qué queda entregado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El asistente publicado en la página del evento, respondiendo con su material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El manual de operación: sumar, verificar, diagnosticar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El set de preguntas de prueba y su planilla de calidad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La alerta de costos configurada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El canal de soporte con Alejandro para lo que escale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