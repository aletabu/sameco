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Respaldo: propuesta §4 + Capacitación Embeddings Parte 1-2 (solo ideas, sin código). Objetivo: que sepan dejar la biblioteca lista y entiendan por qué un documento 'entra mal'.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Resolver dudas de semáforo con ejemplos concretos de su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Truco para explicarlo: '¿pueden seleccionar el texto con el mouse? Entonces el asistente también puede leerlo. ¿No pueden? El asistente tampoco.'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con el escaneo simulado 2009 del sandbox: mostrar el PDF (texto no seleccionable) y la respuesta correcta (8,5% → 2,1%). Cerrar gestionando expectativa: los escaneos ilegibles de su archivo van a transcripción manual o segunda tanda.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Detalle técnico (no contar en clase): esto se implementa con la opción 'Documentos con metadatos (RAG)' del datastore — un JSONL que vincula metadatos a cada archivo del bucket; el esquema se detecta automático. Trabajo entre sesiones de Alejandro: script que lee cada documento, genera resumen + etiquetas con IA (análisis semántico), y arma el JSONL con lo validado en la planilla. ACLARACIÓN DE VOCABULARIO por si surge: esto NO es fine-tuning (no se reentrena ningún modelo); es enriquecimiento de datos — la palanca correcta y barata para mejorar un RAG gestionado.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Acá empieza la transferencia. Plan B obligatorio: si la indexación se demora, mostrar el sandbox propio mientras tanto. Nunca cargar por primera vez en vivo sin red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Ensayarlo COMPLETO una vez en vivo y cronometrar: ese número responde la futura pregunta '¿cuándo aparece lo que subo?'. Este procedimiento va al manual de operación de la Sesión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 sesiones: OCR/descripciones del material difícil, completar indexación y crear la app conectada a los 2 datastores.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42371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Arial"/>
              </a:rPr>
              <a:t>ASISTENTE Q&amp;A SAMECO — SESIÓN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La biblioteca se llena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1D5DB"/>
                </a:solidFill>
                <a:latin typeface="Arial"/>
              </a:rPr>
              <a:t>Sesión 2 — Preparación del material y carga  ·  De la carpeta de Drive al asistente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669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Agenda de hoy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783080"/>
          <a:ext cx="10469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09828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Bloque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0–15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Repaso y estado del inventario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15–40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Por qué no todo documento entra igual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40–70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Carga en vivo — el mouse lo manejan ustedes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70–85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procedimiento "sumar un documento"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85–90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Tareas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Arial"/>
              </a:rPr>
              <a:t>REPASO ·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¿Cómo venimos con el inventario?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Repasamos la planilla: ¿qué apareció? ¿qué falta?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Dudas de clasificación: ¿este PPT es verde o rojo?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Elegimos el primer lote a cargar hoy: los verdes más consultados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Arial"/>
              </a:rPr>
              <a:t>CONCEPTO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Por qué no todo documento entra igual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83080"/>
          <a:ext cx="104698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6903720"/>
              </a:tblGrid>
              <a:tr h="5577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El documento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Qué pasa al cargarlo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Word / PDF moderno (texto)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Entra directo — se puede seleccionar el 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PowerPoint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texto entra; lo que es imagen (fotos de láminas), 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Escaneo (PDF-foto)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Necesita OCR: la transcripción automática del escaneo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Lámina, póster, A3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Hay que describirlo en texto para que el asistente lo "vea"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Demo: el trabajo escaneado de 2009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Un PDF que es una foto: no se puede seleccionar ni una palabra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Y sin embargo… el asistente responde qué scrap tenía la línea de pintura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Eso es el OCR: la biblioteca transcribió el documento viejo al ficharlo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Límite honesto: si el escaneo está muy deteriorado, la transcripción sale mal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Arial"/>
              </a:rPr>
              <a:t>CONCEPTO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Fortalecer la biblioteca: la ficha de cada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Además del documento, la biblioteca puede guardar su ficha: título, año, autor, sector, tema y un resumen corto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Con ficha, el bibliotecario encuentra mejor: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"¿Qué trabajos hay de 2018?" deja de depender de que el año figure en el texto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"¿Hay algo del sector alimentario?" funciona aunque el documento nunca diga "alimentario"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Análisis previo con IA: se le hace leer cada documento y propone resumen y etiquetas — ustedes las revisan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División del trabajo: el equipo completa la ficha en la planilla del inventario; Alejandro la carga a la biblioteca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Arial"/>
              </a:rPr>
              <a:t>PRÁCTICA ·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Carga en vivo — hoy el mouse es de ustedes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Subimos su primer lote real al estante público (bucket)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Creamos / actualizamos las dos bibliotecas (la histórica, con OCR activado)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Vemos la indexación en curso: el fichado tarda de minutos a una hora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Regla de hoy: el teclado lo maneja una persona del equipo, no Alejandro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Arial"/>
              </a:rPr>
              <a:t>PROCEDIMIENTO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El procedimiento "sumar un documento"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1.  Guardarlo en Drive como siempre (escritorio)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2.  Subirlo al estante público (botón Upload en el navegador)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3.  Esperar la indexación (vamos a cronometrar cuánto tarda)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4.  Verificar: hacerle al asistente una pregunta que solo ese documento responde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Este circuito es el corazón de su autonomía — lo van a hacer sin ayuda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Arial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Tareas para la próxima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Equipo: terminar de cargar el material verde; separar escaneos y láminas problemáticos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Equipo: completar las fichas (año, autor, tema, resumen) en la planilla del inventario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Alejandro: procesar el material difícil (OCR, descripciones) y cargar las fichas a la biblioteca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Próxima sesión: el asistente responde con TODO su material — y aprendemos a evaluarlo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